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Partition-Aware Isolation Forest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Distributed Anomaly Detection on Degradation Time Series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342900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Günaydın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231101075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Batuhan Taş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241111024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 501 — Big Data &amp; Distributed Data Processing · TOBB ETÜ · Research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Distributing the detector breaks temporal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shows up as slow drift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many cycles — not a single outlying value.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treats every row independently.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Spark partitions a run-to-failure trajectory across workers, consecutive cycles land on different partitions and the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ordering is lost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detector then sees each cycle in isolation and misses the drift.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trajectory, split across partitions: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21945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6E8B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239572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78040" y="2194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  c4  c7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3246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6E8B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44728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78040" y="3246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 c5  c8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42976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6E8B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449884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4297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  c6  c9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cycles scattered → drift invisible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temporal locality across partitions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Partition-aware windowing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 sliding-window temporal features, and keep whole trajectories intact on a partition so every window sees the right neighbours — </a:t>
            </a:r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tree is built.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27406B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change to the tree machinery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windowing layer between ingestion and detection.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338328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27406B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36118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0288" y="4297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on Spark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0288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Per-partition Isolation Forest via applyInPandas; MLlib k-means for conditions.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3296" y="3383280"/>
            <a:ext cx="3520440" cy="2468880"/>
          </a:xfrm>
          <a:prstGeom prst="roundRect">
            <a:avLst>
              <a:gd name="adj" fmla="val 3333"/>
            </a:avLst>
          </a:prstGeom>
          <a:solidFill>
            <a:srgbClr val="27406B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36118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57616" y="4297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by ablation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57616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isolate partition-awareness as the cause of the gain.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C-MAPSS turbofan degradation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160,359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records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(FD001–04)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conditions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Run-to-failure trajectories (128–543 cycles each) under varying flight conditions and fault modes.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anomaly labels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derive them from remaining-useful-life: a cycle is degraded if within 30 cycles of failure.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Saxena et al., PHM 2008 — public NASA Prognostics Data Repository.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PySpark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6E8B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51460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Parquet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96312" y="2377440"/>
            <a:ext cx="310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8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788920" y="23774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6E8B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51460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conditions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82312" y="2377440"/>
            <a:ext cx="310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8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74920" y="23774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51460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Partition-aware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68312" y="2377440"/>
            <a:ext cx="310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8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7360920" y="23774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6E8B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251460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Per-partition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54312" y="2377440"/>
            <a:ext cx="310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8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646920" y="23774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6E8B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251460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97840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configs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windowing stage (highlighted) is the contribution; the other four are standard.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has no Isolation Forest, so each Spark partition trains and scores its own scikit-learn iForest (100 trees) via applyInPandas — the standard data-parallel pattern, and exactly where partition-awareness takes effect.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trajectory intact on its partition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distributed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row partitions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cycles scattered across workers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(if any) computed over wrong neighbours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257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drift invisible / windows corrupted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57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Partition-aware (ours)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265176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engine assigned to one partition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never split across workers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/ std / delta over correct neighbours (W = 20)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5257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drift visible before trees are built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configurations, one controlled contrast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365760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features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node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instantaneous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rows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instantaneous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distributed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rows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windowed (corrupted)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engine (intact)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windowed (correct)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comparison is C3 vs C4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identical window features and the same detector; the only difference is whether trajectories stay intact. That isolates partition-awareness as the variable.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DETECTION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method leads on ROC-AUC</a:t>
            </a:r>
            <a:endParaRPr lang="en-US" sz="3200" dirty="0"/>
          </a:p>
        </p:txBody>
      </p:sp>
      <p:pic>
        <p:nvPicPr>
          <p:cNvPr id="4" name="Image 0" descr="/home/claude/build/BIL501_PartitionAwareIForest/figures/fig_a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69494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920240"/>
            <a:ext cx="3840480" cy="1554480"/>
          </a:xfrm>
          <a:prstGeom prst="roundRect">
            <a:avLst>
              <a:gd name="adj" fmla="val 5294"/>
            </a:avLst>
          </a:prstGeom>
          <a:solidFill>
            <a:srgbClr val="1F386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20848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0.927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772400" y="28529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(C4)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3749040"/>
            <a:ext cx="3840480" cy="1554480"/>
          </a:xfrm>
          <a:prstGeom prst="roundRect">
            <a:avLst>
              <a:gd name="adj" fmla="val 5294"/>
            </a:avLst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913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0" y="46817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gain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FD002 vs naive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FD001, FD002 &amp; FD004; competitive on FD003.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DETECTION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ordering on F1</a:t>
            </a:r>
            <a:endParaRPr lang="en-US" sz="3200" dirty="0"/>
          </a:p>
        </p:txBody>
      </p:sp>
      <p:pic>
        <p:nvPicPr>
          <p:cNvPr id="4" name="Image 0" descr="/home/claude/build/BIL501_PartitionAwareIForest/figures/fig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69494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2286000"/>
            <a:ext cx="384048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2468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0.647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mean F1 (C4)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0.637 naive · 0.635 single-node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Windowing without partition-awareness collapses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0.753</a:t>
            </a:r>
            <a:pPr algn="ctr"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vs  </a:t>
            </a:r>
            <a:pPr algn="ctr" indent="0" marL="0">
              <a:buNone/>
            </a:pPr>
            <a:r>
              <a:rPr lang="en-US" sz="6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ROC-AUC:  partition-UNAWARE windowing (C3)   vs   naive baseline (C2)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42976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identical window features on partition-unaware splits is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using no temporal features at all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Since C3 and C4 differ only in whether trajectories stay intact,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partition-awareness is the cause of the gain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window features.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Near-linear scaling on the Docker cluster</a:t>
            </a:r>
            <a:endParaRPr lang="en-US" sz="3200" dirty="0"/>
          </a:p>
        </p:txBody>
      </p:sp>
      <p:pic>
        <p:nvPicPr>
          <p:cNvPr id="4" name="Image 0" descr="/home/claude/build/BIL501_PartitionAwareIForest/figures/fig_scal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0350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87452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9842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2.3×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0" y="2587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 at 4 workers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0" y="320040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33101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9,654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315200" y="3913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rows/s (4 workers)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4526280"/>
            <a:ext cx="4297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463600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plateau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315200" y="5239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as cores saturate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(1/2/4/8 workers), not estimated. Detection accuracy is hardware-independent; throughput is the one figure that needs real parallel workers.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trajectories intact — recover the signal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distributed Isolation Forest recovers the degradation signal it otherwise loses when temporal locality is preserved across partition boundaries — and the ablation shows partition-awareness is the reason.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Per-partition anomaly-score calibration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scaling to a genuinely multi-machine cluster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two-fault-mode subsets (FD003/FD004)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49808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4114800"/>
            <a:ext cx="2743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343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Arda Günaydın · Mustafa Batuhan Taş   |   BIL 501 — TOBB ETÜ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2026-08-15T11:49:33Z</dcterms:created>
  <dcterms:modified xsi:type="dcterms:W3CDTF">2026-08-15T11:49:33Z</dcterms:modified>
</cp:coreProperties>
</file>